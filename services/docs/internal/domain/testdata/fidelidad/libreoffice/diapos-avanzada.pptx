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57120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63804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0400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57120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63804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360000" y="6948000"/>
            <a:ext cx="43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f4f1ea"/>
                </a:solidFill>
                <a:latin typeface="Times New Roman"/>
              </a:rPr>
              <a:t>Cooperativa La Vega</a:t>
            </a:r>
            <a:endParaRPr b="0" lang="en-US" sz="1800" spc="-1" strike="noStrike">
              <a:solidFill>
                <a:srgbClr val="f4f1ea"/>
              </a:solidFill>
              <a:latin typeface="Times New Roman"/>
            </a:endParaRPr>
          </a:p>
        </p:txBody>
      </p:sp>
      <p:sp>
        <p:nvSpPr>
          <p:cNvPr id="1" name=""/>
          <p:cNvSpPr txBox="1"/>
          <p:nvPr/>
        </p:nvSpPr>
        <p:spPr>
          <a:xfrm>
            <a:off x="7560000" y="6948000"/>
            <a:ext cx="216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fld id="{A7750A47-6251-41D8-8E78-7FB1864D86FF}" type="slidenum">
              <a:rPr b="0" lang="en-US" sz="1800" spc="-1" strike="noStrike">
                <a:solidFill>
                  <a:srgbClr val="f4f1ea"/>
                </a:solidFill>
                <a:latin typeface="Times New Roman"/>
              </a:rPr>
              <a:t>&lt;number&gt;</a:t>
            </a:fld>
            <a:r>
              <a:rPr b="0" lang="en-US" sz="1800" spc="-1" strike="noStrike">
                <a:solidFill>
                  <a:srgbClr val="f4f1ea"/>
                </a:solidFill>
                <a:latin typeface="Times New Roman"/>
              </a:rPr>
              <a:t> / </a:t>
            </a:r>
            <a:fld id="{19924A5F-48C7-4318-ADDE-C5AC71308332}" type="slidecount">
              <a:rPr b="0" lang="en-US" sz="1800" spc="-1" strike="noStrike">
                <a:solidFill>
                  <a:srgbClr val="f4f1ea"/>
                </a:solidFill>
                <a:latin typeface="Times New Roman"/>
              </a:rPr>
              <a:t>3</a:t>
            </a:fld>
            <a:endParaRPr b="0" lang="en-US" sz="1800" spc="-1" strike="noStrike">
              <a:solidFill>
                <a:srgbClr val="f4f1ea"/>
              </a:solidFill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Plan de riego 2027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advTm="1000" p14:dur="2000">
        <p:fade/>
      </p:transition>
    </mc:Choice>
    <mc:Fallback>
      <p:transition spd="slow" advTm="1000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1746720" y="1080000"/>
            <a:ext cx="826560" cy="253440"/>
          </a:xfrm>
          <a:prstGeom prst="rect">
            <a:avLst/>
          </a:prstGeom>
          <a:solidFill>
            <a:srgbClr val="2e86ab"/>
          </a:solidFill>
          <a:ln w="0">
            <a:solidFill>
              <a:srgbClr val="1b4f72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r>
              <a:rPr b="0" lang="en-US" sz="1800" spc="-1" strike="noStrike">
                <a:solidFill>
                  <a:srgbClr val="f4f1ea"/>
                </a:solidFill>
                <a:latin typeface="Times New Roman"/>
              </a:rPr>
              <a:t>Depósito</a:t>
            </a:r>
            <a:endParaRPr b="0" lang="en-US" sz="1800" spc="-1" strike="noStrike">
              <a:solidFill>
                <a:srgbClr val="f4f1ea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336360" y="1080000"/>
            <a:ext cx="647280" cy="358560"/>
          </a:xfrm>
          <a:prstGeom prst="ellipse">
            <a:avLst/>
          </a:prstGeom>
          <a:solidFill>
            <a:srgbClr val="8c62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r>
              <a:rPr b="0" lang="en-US" sz="1800" spc="-1" strike="noStrike">
                <a:solidFill>
                  <a:srgbClr val="f4f1ea"/>
                </a:solidFill>
                <a:latin typeface="Times New Roman"/>
              </a:rPr>
              <a:t>Pozo</a:t>
            </a:r>
            <a:endParaRPr b="0" lang="en-US" sz="1800" spc="-1" strike="noStrike">
              <a:solidFill>
                <a:srgbClr val="f4f1ea"/>
              </a:solidFill>
              <a:latin typeface="Times New Roman"/>
            </a:endParaRPr>
          </a:p>
        </p:txBody>
      </p:sp>
      <p:cxnSp>
        <p:nvCxnSpPr>
          <p:cNvPr id="43" name=""/>
          <p:cNvCxnSpPr>
            <a:stCxn id="41" idx="1"/>
            <a:endCxn id="42" idx="3"/>
          </p:cNvCxnSpPr>
          <p:nvPr/>
        </p:nvCxnSpPr>
        <p:spPr>
          <a:xfrm>
            <a:off x="3600000" y="1980000"/>
            <a:ext cx="2160360" cy="360"/>
          </a:xfrm>
          <a:prstGeom prst="straightConnector1">
            <a:avLst/>
          </a:prstGeom>
          <a:ln w="36000">
            <a:solidFill>
              <a:srgbClr val="c0392b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>
        <p:push dir="l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0000" y="288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Gracias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