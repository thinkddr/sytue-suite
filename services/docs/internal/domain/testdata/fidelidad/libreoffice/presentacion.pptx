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237D37-F4F7-42C0-82B3-FC9B6A3F10C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 txBox="1"/>
          <p:nvPr/>
        </p:nvSpPr>
        <p:spPr>
          <a:xfrm>
            <a:off x="720000" y="5040000"/>
            <a:ext cx="576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Recordar el presupuesto del pozo.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571200" y="176904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638040" y="176904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504000" y="405936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571200" y="405936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638040" y="405936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 txBox="1"/>
          <p:nvPr/>
        </p:nvSpPr>
        <p:spPr>
          <a:xfrm>
            <a:off x="360000" y="6948000"/>
            <a:ext cx="432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Cooperativa La Vega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72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Plan de riego 2027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720000" y="2160000"/>
            <a:ext cx="864000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Objetivo: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reducir un 20 %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el consumo de agua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746720" y="1080000"/>
            <a:ext cx="826560" cy="253440"/>
          </a:xfrm>
          <a:prstGeom prst="rect">
            <a:avLst/>
          </a:prstGeom>
          <a:solidFill>
            <a:srgbClr val="2e86ab"/>
          </a:solidFill>
          <a:ln w="0">
            <a:solidFill>
              <a:srgbClr val="1b4f72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Depósito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4896360" y="1080000"/>
            <a:ext cx="647280" cy="358560"/>
          </a:xfrm>
          <a:prstGeom prst="ellipse">
            <a:avLst/>
          </a:prstGeom>
          <a:solidFill>
            <a:srgbClr val="8c623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Pozo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6840000" y="3600000"/>
            <a:ext cx="2160000" cy="2160000"/>
          </a:xfrm>
          <a:prstGeom prst="rect">
            <a:avLst/>
          </a:prstGeom>
          <a:ln w="0">
            <a:noFill/>
          </a:ln>
        </p:spPr>
      </p:pic>
      <p:cxnSp>
        <p:nvCxnSpPr>
          <p:cNvPr id="50" name=""/>
          <p:cNvCxnSpPr>
            <a:stCxn id="47" idx="1"/>
            <a:endCxn id="48" idx="3"/>
          </p:cNvCxnSpPr>
          <p:nvPr/>
        </p:nvCxnSpPr>
        <p:spPr>
          <a:xfrm>
            <a:off x="3600000" y="1980000"/>
            <a:ext cx="720360" cy="360"/>
          </a:xfrm>
          <a:prstGeom prst="straightConnector1">
            <a:avLst/>
          </a:prstGeom>
          <a:ln w="36000">
            <a:solidFill>
              <a:srgbClr val="c0392b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advTm="1000" p14:dur="2000">
        <p:fade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dfe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20000" y="288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Gracias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push dir="l"/>
      </p:transition>
    </mc:Choice>
    <mc:Fallback>
      <p:transition spd="slow">
        <p:push dir="l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